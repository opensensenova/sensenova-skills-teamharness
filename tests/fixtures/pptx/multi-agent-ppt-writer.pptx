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54d4f94374bb2" /><Relationship Type="http://schemas.openxmlformats.org/officeDocument/2006/relationships/extended-properties" Target="/docProps/app.xml" Id="R3fab4a47d03246a9" /><Relationship Type="http://schemas.openxmlformats.org/officeDocument/2006/relationships/officeDocument" Target="/ppt/presentation.xml" Id="R29f29cd61c36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2f409077d4bdc"/>
  </p:sldMasterIdLst>
  <p:notesMasterIdLst>
    <p:notesMasterId xmlns:r="http://schemas.openxmlformats.org/officeDocument/2006/relationships" r:id="Rfd1552fe05874989"/>
  </p:notesMasterIdLst>
  <p:sldIdLst>
    <p:sldId xmlns:r="http://schemas.openxmlformats.org/officeDocument/2006/relationships" id="256" r:id="R8385547de3c7484f"/>
    <p:sldId xmlns:r="http://schemas.openxmlformats.org/officeDocument/2006/relationships" id="257" r:id="R4876df04254f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51260e306497b" /><Relationship Type="http://schemas.openxmlformats.org/officeDocument/2006/relationships/slideMaster" Target="/ppt/slideMasters/slideMaster1.xml" Id="Rd5b2f409077d4bdc" /><Relationship Type="http://schemas.openxmlformats.org/officeDocument/2006/relationships/notesMaster" Target="/ppt/notesMasters/notesMaster1.xml" Id="Rfd1552fe05874989" /><Relationship Type="http://schemas.openxmlformats.org/officeDocument/2006/relationships/presProps" Target="/ppt/presProps.xml" Id="R41105df703ee48cb" /><Relationship Type="http://schemas.openxmlformats.org/officeDocument/2006/relationships/tableStyles" Target="/ppt/tableStyles.xml" Id="R0e604e78aa294e08" /><Relationship Type="http://schemas.openxmlformats.org/officeDocument/2006/relationships/slide" Target="/ppt/slides/slide1.xml" Id="R8385547de3c7484f" /><Relationship Type="http://schemas.openxmlformats.org/officeDocument/2006/relationships/slide" Target="/ppt/slides/slide2.xml" Id="R4876df04254f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7f1ef4f82d4f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0288f661f4a15" /><Relationship Type="http://schemas.openxmlformats.org/officeDocument/2006/relationships/notesMaster" Target="/ppt/notesMasters/notesMaster1.xml" Id="R1c9d91d2291f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4ba42874b349d8" /><Relationship Type="http://schemas.openxmlformats.org/officeDocument/2006/relationships/notesMaster" Target="/ppt/notesMasters/notesMaster1.xml" Id="R016aa3df4c6d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3094b927b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51883ded44715" /><Relationship Type="http://schemas.openxmlformats.org/officeDocument/2006/relationships/slideLayout" Target="/ppt/slideLayouts/slideLayout1.xml" Id="R5121a7452b1d41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21a7452b1d41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9de6e2d2c4ca8" /><Relationship Type="http://schemas.openxmlformats.org/officeDocument/2006/relationships/notesSlide" Target="/ppt/notesSlides/notesSlide1.xml" Id="R083bacee3877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10b98ff624b70" /><Relationship Type="http://schemas.openxmlformats.org/officeDocument/2006/relationships/notesSlide" Target="/ppt/notesSlides/notesSlide2.xml" Id="R40061369232e43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A5989CF-487A-4635-A460-865D6D5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TEAM E2E SAMPLE</a:t>
            </a:r>
          </a:p>
        </p:txBody>
      </p:sp>
      <p:sp>
        <p:nvSpPr>
          <p:cNvPr id="2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102BB53B-C29D-4643-A4E3-9FEB82B3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Writer draft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236BD4-55D6-4E43-904C-5693DF0C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9239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多人多 Agent</a:t>
            </a:r>
          </a:p>
          <a:p xmlns:a="http://schemas.openxmlformats.org/drawingml/2006/main">
            <a:pPr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协作演示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C43716-0768-4EAD-BEA4-D331B49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Deck Builder 根据 Human 需求创建可交接的 PowerPoint 初稿。</a:t>
            </a:r>
          </a:p>
        </p:txBody>
      </p:sp>
      <p:sp>
        <p:nvSpPr>
          <p:cNvPr id="5" name="cover-page">
            <a:extLst xmlns:a="http://schemas.openxmlformats.org/drawingml/2006/main">
              <a:ext uri="{FF2B5EF4-FFF2-40B4-BE49-F238E27FC236}">
                <a16:creationId xmlns:a16="http://schemas.microsoft.com/office/drawing/2014/main" id="{135F7D70-A3F0-4FD6-BB30-8D12480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45230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EEF63EDB-EC3F-43D7-9087-EBD95BCC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初稿已经形成可交接的 Artifact</a:t>
            </a:r>
          </a:p>
        </p:txBody>
      </p:sp>
      <p:cxnSp>
        <p:nvCxnSpPr>
          <p:cNvPr id="14" name="timeline-connector"/>
          <p:cNvCxnSpPr/>
          <p:nvPr/>
        </p:nvCxnSpPr>
        <p:spPr>
          <a:xfrm xmlns:a="http://schemas.openxmlformats.org/drawingml/2006/main" rot="0">
            <a:off x="1047750" y="3333750"/>
            <a:ext cx="809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3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A2369265-581A-459C-A44D-8E10419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AFA10156-A65C-44AF-A04B-CC5B654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brief</a:t>
            </a:r>
          </a:p>
        </p:txBody>
      </p:sp>
      <p:sp>
        <p:nvSpPr>
          <p:cNvPr id="5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166D305D-9BBC-405F-BBA5-DEF21D7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Alice 发起多人协作演示需求。</a:t>
            </a:r>
          </a:p>
        </p:txBody>
      </p:sp>
      <p:sp>
        <p:nvSpPr>
          <p:cNvPr id="6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EE23F180-D831-454F-AC7B-42099546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EE51D1BF-CCFB-47FF-8505-8B70F07D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Deck Builder</a:t>
            </a:r>
          </a:p>
        </p:txBody>
      </p:sp>
      <p:sp>
        <p:nvSpPr>
          <p:cNvPr id="8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C403AAE8-1084-48E4-8937-B370EF75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8290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创建首版 PPTX 与 Project Artifact。</a:t>
            </a:r>
          </a:p>
        </p:txBody>
      </p:sp>
      <p:sp>
        <p:nvSpPr>
          <p:cNvPr id="9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5FDC6DB6-2441-4FE4-A10E-AE1D88D3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39596743-FE0C-49D9-A902-43C3712A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Handoff ready</a:t>
            </a:r>
          </a:p>
        </p:txBody>
      </p:sp>
      <p:sp>
        <p:nvSpPr>
          <p:cNvPr id="11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42CFE5C9-13C4-44B0-BCAE-FE594E0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等待第二个 Human 触发 Reviewer。</a:t>
            </a:r>
          </a:p>
        </p:txBody>
      </p:sp>
      <p:sp>
        <p:nvSpPr>
          <p:cNvPr id="12" name="timeline-page">
            <a:extLst xmlns:a="http://schemas.openxmlformats.org/drawingml/2006/main">
              <a:ext uri="{FF2B5EF4-FFF2-40B4-BE49-F238E27FC236}">
                <a16:creationId xmlns:a16="http://schemas.microsoft.com/office/drawing/2014/main" id="{359E6919-55D4-418C-8643-4C095EFC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7828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2026-08-25T08:58:26.1380000Z</dcterms:created>
  <dcterms:modified xsi:type="dcterms:W3CDTF">2026-08-25T08:58:26.1380000Z</dcterms:modified>
</coreProperties>
</file>