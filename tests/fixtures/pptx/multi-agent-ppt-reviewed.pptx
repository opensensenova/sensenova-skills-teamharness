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03bd4d9d1340a5" /><Relationship Type="http://schemas.openxmlformats.org/officeDocument/2006/relationships/extended-properties" Target="/docProps/app.xml" Id="Re3d74fa753fc4df0" /><Relationship Type="http://schemas.openxmlformats.org/officeDocument/2006/relationships/officeDocument" Target="/ppt/presentation.xml" Id="Rf144b4dbff7947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3a5a320bb94ded"/>
  </p:sldMasterIdLst>
  <p:notesMasterIdLst>
    <p:notesMasterId xmlns:r="http://schemas.openxmlformats.org/officeDocument/2006/relationships" r:id="Rd42a5953bb4c4637"/>
  </p:notesMasterIdLst>
  <p:sldIdLst>
    <p:sldId xmlns:r="http://schemas.openxmlformats.org/officeDocument/2006/relationships" id="256" r:id="R18ab86212c3d4440"/>
    <p:sldId xmlns:r="http://schemas.openxmlformats.org/officeDocument/2006/relationships" id="257" r:id="R796927e47e3d4688"/>
    <p:sldId xmlns:r="http://schemas.openxmlformats.org/officeDocument/2006/relationships" id="258" r:id="R65251cdd41c843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3d9ec861184194" /><Relationship Type="http://schemas.openxmlformats.org/officeDocument/2006/relationships/slideMaster" Target="/ppt/slideMasters/slideMaster1.xml" Id="R473a5a320bb94ded" /><Relationship Type="http://schemas.openxmlformats.org/officeDocument/2006/relationships/notesMaster" Target="/ppt/notesMasters/notesMaster1.xml" Id="Rd42a5953bb4c4637" /><Relationship Type="http://schemas.openxmlformats.org/officeDocument/2006/relationships/presProps" Target="/ppt/presProps.xml" Id="R0f4d97bb4a744f89" /><Relationship Type="http://schemas.openxmlformats.org/officeDocument/2006/relationships/tableStyles" Target="/ppt/tableStyles.xml" Id="Ra364006708434359" /><Relationship Type="http://schemas.openxmlformats.org/officeDocument/2006/relationships/slide" Target="/ppt/slides/slide1.xml" Id="R18ab86212c3d4440" /><Relationship Type="http://schemas.openxmlformats.org/officeDocument/2006/relationships/slide" Target="/ppt/slides/slide2.xml" Id="R796927e47e3d4688" /><Relationship Type="http://schemas.openxmlformats.org/officeDocument/2006/relationships/slide" Target="/ppt/slides/slide3.xml" Id="R65251cdd41c843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6fc1e6543542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745fa19fff4426" /><Relationship Type="http://schemas.openxmlformats.org/officeDocument/2006/relationships/notesMaster" Target="/ppt/notesMasters/notesMaster1.xml" Id="R7bf810927ef641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0037174b014c83" /><Relationship Type="http://schemas.openxmlformats.org/officeDocument/2006/relationships/notesMaster" Target="/ppt/notesMasters/notesMaster1.xml" Id="R332e2533561149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a8658449c741e7" /><Relationship Type="http://schemas.openxmlformats.org/officeDocument/2006/relationships/notesMaster" Target="/ppt/notesMasters/notesMaster1.xml" Id="R3e4e261ed92e45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6ee93a67b46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85951e046542b1" /><Relationship Type="http://schemas.openxmlformats.org/officeDocument/2006/relationships/slideLayout" Target="/ppt/slideLayouts/slideLayout1.xml" Id="Rdcdd28b8442a45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dd28b8442a45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88f749db640c0" /><Relationship Type="http://schemas.openxmlformats.org/officeDocument/2006/relationships/notesSlide" Target="/ppt/notesSlides/notesSlide1.xml" Id="R8ac15d4d99bb4a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170d7acd04136" /><Relationship Type="http://schemas.openxmlformats.org/officeDocument/2006/relationships/notesSlide" Target="/ppt/notesSlides/notesSlide2.xml" Id="R10cfe5628f814d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c717ebd664c27" /><Relationship Type="http://schemas.openxmlformats.org/officeDocument/2006/relationships/notesSlide" Target="/ppt/notesSlides/notesSlide3.xml" Id="R03e84ba0713d4c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FC26659B-4E29-4445-AD71-DF98D358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 TEAM E2E SAMPLE</a:t>
            </a:r>
          </a:p>
        </p:txBody>
      </p:sp>
      <p:sp>
        <p:nvSpPr>
          <p:cNvPr id="2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D2297574-3C74-496D-A620-C18C4E4A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Reviewer-approved revision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24A39A2-54EE-488F-8AE6-51C9A917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9239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多人多 Agent</a:t>
            </a:r>
          </a:p>
          <a:p xmlns:a="http://schemas.openxmlformats.org/drawingml/2006/main">
            <a:pPr>
              <a:def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协作演示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708A70C-9861-4F3F-A967-C513703F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800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Deck Builder 创建初稿，Deck Reviewer 完成修订与验收。</a:t>
            </a:r>
          </a:p>
        </p:txBody>
      </p:sp>
      <p:sp>
        <p:nvSpPr>
          <p:cNvPr id="5" name="cover-page">
            <a:extLst xmlns:a="http://schemas.openxmlformats.org/drawingml/2006/main">
              <a:ext uri="{FF2B5EF4-FFF2-40B4-BE49-F238E27FC236}">
                <a16:creationId xmlns:a16="http://schemas.microsoft.com/office/drawing/2014/main" id="{3FE45424-B72A-419A-ABAE-182D3770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050792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meline-title">
            <a:extLst xmlns:a="http://schemas.openxmlformats.org/drawingml/2006/main">
              <a:ext uri="{FF2B5EF4-FFF2-40B4-BE49-F238E27FC236}">
                <a16:creationId xmlns:a16="http://schemas.microsoft.com/office/drawing/2014/main" id="{6EA48E6E-027E-4DA6-AB18-9491AB51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一次交付经过两个 Agent 的可追溯接力</a:t>
            </a:r>
          </a:p>
        </p:txBody>
      </p:sp>
      <p:cxnSp>
        <p:nvCxnSpPr>
          <p:cNvPr id="14" name="timeline-connector"/>
          <p:cNvCxnSpPr/>
          <p:nvPr/>
        </p:nvCxnSpPr>
        <p:spPr>
          <a:xfrm xmlns:a="http://schemas.openxmlformats.org/drawingml/2006/main" rot="0">
            <a:off x="1047750" y="3333750"/>
            <a:ext cx="8096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3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0638F27B-48F3-4394-A557-26688E98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E88EEAE5-DC2A-4C08-B723-FB2B942E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 brief</a:t>
            </a:r>
          </a:p>
        </p:txBody>
      </p:sp>
      <p:sp>
        <p:nvSpPr>
          <p:cNvPr id="5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7111E202-DDC2-4954-8AA7-E0D88B0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295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Alice 发起需求；Bob 负责复核交接。</a:t>
            </a:r>
          </a:p>
        </p:txBody>
      </p:sp>
      <p:sp>
        <p:nvSpPr>
          <p:cNvPr id="6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381CC7B2-51A6-485C-997E-285A10DD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A57B3B27-CFE1-430A-82A0-9DA185F8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647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Deck Builder</a:t>
            </a:r>
          </a:p>
        </p:txBody>
      </p:sp>
      <p:sp>
        <p:nvSpPr>
          <p:cNvPr id="8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2418D948-E1C9-41B5-B3C8-D6FB0FFA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829050"/>
            <a:ext cx="295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生成首版 PPTX，并发布带固定快照的消息。</a:t>
            </a:r>
          </a:p>
        </p:txBody>
      </p:sp>
      <p:sp>
        <p:nvSpPr>
          <p:cNvPr id="9" name="timeline-node-3">
            <a:extLst xmlns:a="http://schemas.openxmlformats.org/drawingml/2006/main">
              <a:ext uri="{FF2B5EF4-FFF2-40B4-BE49-F238E27FC236}">
                <a16:creationId xmlns:a16="http://schemas.microsoft.com/office/drawing/2014/main" id="{C6A75CCF-FBFB-4ADE-980E-F2933FFD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F027F03D-3EA2-43E2-9A6A-96513330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47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Deck Reviewer</a:t>
            </a:r>
          </a:p>
        </p:txBody>
      </p:sp>
      <p:sp>
        <p:nvSpPr>
          <p:cNvPr id="11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20EEA00D-C953-4341-8E42-65B1D08A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29050"/>
            <a:ext cx="295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读取首版、修订内容、发布第二个快照。</a:t>
            </a:r>
          </a:p>
        </p:txBody>
      </p:sp>
      <p:sp>
        <p:nvSpPr>
          <p:cNvPr id="12" name="timeline-page">
            <a:extLst xmlns:a="http://schemas.openxmlformats.org/drawingml/2006/main">
              <a:ext uri="{FF2B5EF4-FFF2-40B4-BE49-F238E27FC236}">
                <a16:creationId xmlns:a16="http://schemas.microsoft.com/office/drawing/2014/main" id="{35F06F1F-F194-4F2B-A178-AFBDCED9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712304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cceptance-title">
            <a:extLst xmlns:a="http://schemas.openxmlformats.org/drawingml/2006/main">
              <a:ext uri="{FF2B5EF4-FFF2-40B4-BE49-F238E27FC236}">
                <a16:creationId xmlns:a16="http://schemas.microsoft.com/office/drawing/2014/main" id="{27FE4B9C-3670-4382-B8EA-5D4172B8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交付闭环已完成</a:t>
            </a:r>
          </a:p>
        </p:txBody>
      </p:sp>
      <p:sp>
        <p:nvSpPr>
          <p:cNvPr id="2" name="acceptance-summary">
            <a:extLst xmlns:a="http://schemas.openxmlformats.org/drawingml/2006/main">
              <a:ext uri="{FF2B5EF4-FFF2-40B4-BE49-F238E27FC236}">
                <a16:creationId xmlns:a16="http://schemas.microsoft.com/office/drawing/2014/main" id="{7472BE62-83C6-4953-846B-23396B0A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最终版本同时保留协作过程、Agent provenance 与历史快照。</a:t>
            </a:r>
          </a:p>
        </p:txBody>
      </p:sp>
      <p:sp>
        <p:nvSpPr>
          <p:cNvPr id="3" name="acceptance-panel-1">
            <a:extLst xmlns:a="http://schemas.openxmlformats.org/drawingml/2006/main">
              <a:ext uri="{FF2B5EF4-FFF2-40B4-BE49-F238E27FC236}">
                <a16:creationId xmlns:a16="http://schemas.microsoft.com/office/drawing/2014/main" id="{EE7BB2A1-0B77-4750-A37A-9256D5D1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5257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cceptance-headline-1">
            <a:extLst xmlns:a="http://schemas.openxmlformats.org/drawingml/2006/main">
              <a:ext uri="{FF2B5EF4-FFF2-40B4-BE49-F238E27FC236}">
                <a16:creationId xmlns:a16="http://schemas.microsoft.com/office/drawing/2014/main" id="{1275ADA4-E738-49AC-A491-AA341D15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Humans</a:t>
            </a:r>
          </a:p>
        </p:txBody>
      </p:sp>
      <p:sp>
        <p:nvSpPr>
          <p:cNvPr id="5" name="acceptance-detail-1">
            <a:extLst xmlns:a="http://schemas.openxmlformats.org/drawingml/2006/main">
              <a:ext uri="{FF2B5EF4-FFF2-40B4-BE49-F238E27FC236}">
                <a16:creationId xmlns:a16="http://schemas.microsoft.com/office/drawing/2014/main" id="{6841CB8D-4CAA-4E96-82DA-77282FE0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Alice 创建与交付，Bob 触发复核并验收</a:t>
            </a:r>
          </a:p>
        </p:txBody>
      </p:sp>
      <p:sp>
        <p:nvSpPr>
          <p:cNvPr id="6" name="acceptance-panel-2">
            <a:extLst xmlns:a="http://schemas.openxmlformats.org/drawingml/2006/main">
              <a:ext uri="{FF2B5EF4-FFF2-40B4-BE49-F238E27FC236}">
                <a16:creationId xmlns:a16="http://schemas.microsoft.com/office/drawing/2014/main" id="{4A1691B4-C9A3-40D5-BF8D-3C6A271B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5257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cceptance-headline-2">
            <a:extLst xmlns:a="http://schemas.openxmlformats.org/drawingml/2006/main">
              <a:ext uri="{FF2B5EF4-FFF2-40B4-BE49-F238E27FC236}">
                <a16:creationId xmlns:a16="http://schemas.microsoft.com/office/drawing/2014/main" id="{097C4801-8D3A-414B-BA5A-F9DC815A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194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Agents</a:t>
            </a:r>
          </a:p>
        </p:txBody>
      </p:sp>
      <p:sp>
        <p:nvSpPr>
          <p:cNvPr id="8" name="acceptance-detail-2">
            <a:extLst xmlns:a="http://schemas.openxmlformats.org/drawingml/2006/main">
              <a:ext uri="{FF2B5EF4-FFF2-40B4-BE49-F238E27FC236}">
                <a16:creationId xmlns:a16="http://schemas.microsoft.com/office/drawing/2014/main" id="{E84D03DA-BD05-4BC2-8A8C-F3EC422D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575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Deck Builder 生成，Deck Reviewer 修订</a:t>
            </a:r>
          </a:p>
        </p:txBody>
      </p:sp>
      <p:sp>
        <p:nvSpPr>
          <p:cNvPr id="9" name="acceptance-panel-3">
            <a:extLst xmlns:a="http://schemas.openxmlformats.org/drawingml/2006/main">
              <a:ext uri="{FF2B5EF4-FFF2-40B4-BE49-F238E27FC236}">
                <a16:creationId xmlns:a16="http://schemas.microsoft.com/office/drawing/2014/main" id="{B24D056E-1BC7-4B3A-97CE-46FAC2D2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5257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cceptance-headline-3">
            <a:extLst xmlns:a="http://schemas.openxmlformats.org/drawingml/2006/main">
              <a:ext uri="{FF2B5EF4-FFF2-40B4-BE49-F238E27FC236}">
                <a16:creationId xmlns:a16="http://schemas.microsoft.com/office/drawing/2014/main" id="{52024223-FF90-4F3A-8658-D67409F2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Snapshots</a:t>
            </a:r>
          </a:p>
        </p:txBody>
      </p:sp>
      <p:sp>
        <p:nvSpPr>
          <p:cNvPr id="11" name="acceptance-detail-3">
            <a:extLst xmlns:a="http://schemas.openxmlformats.org/drawingml/2006/main">
              <a:ext uri="{FF2B5EF4-FFF2-40B4-BE49-F238E27FC236}">
                <a16:creationId xmlns:a16="http://schemas.microsoft.com/office/drawing/2014/main" id="{24C38D34-EC33-47CE-9AB4-3E6949A7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首版与修订版通过 parent snapshot 形成历史</a:t>
            </a:r>
          </a:p>
        </p:txBody>
      </p:sp>
      <p:sp>
        <p:nvSpPr>
          <p:cNvPr id="12" name="acceptance-panel-4">
            <a:extLst xmlns:a="http://schemas.openxmlformats.org/drawingml/2006/main">
              <a:ext uri="{FF2B5EF4-FFF2-40B4-BE49-F238E27FC236}">
                <a16:creationId xmlns:a16="http://schemas.microsoft.com/office/drawing/2014/main" id="{2ED079CB-2C91-4918-B003-A012D0E4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10050"/>
            <a:ext cx="5257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cceptance-headline-4">
            <a:extLst xmlns:a="http://schemas.openxmlformats.org/drawingml/2006/main">
              <a:ext uri="{FF2B5EF4-FFF2-40B4-BE49-F238E27FC236}">
                <a16:creationId xmlns:a16="http://schemas.microsoft.com/office/drawing/2014/main" id="{1FBEC9B3-2DA0-4258-A4E6-1104A91B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15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Project</a:t>
            </a:r>
          </a:p>
        </p:txBody>
      </p:sp>
      <p:sp>
        <p:nvSpPr>
          <p:cNvPr id="14" name="acceptance-detail-4">
            <a:extLst xmlns:a="http://schemas.openxmlformats.org/drawingml/2006/main">
              <a:ext uri="{FF2B5EF4-FFF2-40B4-BE49-F238E27FC236}">
                <a16:creationId xmlns:a16="http://schemas.microsoft.com/office/drawing/2014/main" id="{4BCC5F84-6406-4824-B528-53E42838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196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Conversation、Artifact 与成员均可在 UI 查看</a:t>
            </a:r>
          </a:p>
        </p:txBody>
      </p:sp>
      <p:sp>
        <p:nvSpPr>
          <p:cNvPr id="15" name="acceptance-page">
            <a:extLst xmlns:a="http://schemas.openxmlformats.org/drawingml/2006/main">
              <a:ext uri="{FF2B5EF4-FFF2-40B4-BE49-F238E27FC236}">
                <a16:creationId xmlns:a16="http://schemas.microsoft.com/office/drawing/2014/main" id="{96D88A46-3AA7-438F-8904-25327B2D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03155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2026-08-25T08:58:26.3720000Z</dcterms:created>
  <dcterms:modified xsi:type="dcterms:W3CDTF">2026-08-25T08:58:26.3720000Z</dcterms:modified>
</coreProperties>
</file>